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7e68d707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7e68d707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7e68d707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7e68d707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7e68d707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17e68d707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7e68d707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7e68d707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7e8596e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7e8596e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7e68d707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7e68d707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7e68d707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7e68d707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520600" cy="29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