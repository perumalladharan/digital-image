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7e68d707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7e68d707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7e68d707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17e68d707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7e68d707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17e68d707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7e68d707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7e68d707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7e8596e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7e8596e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7e68d707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7e68d707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7e68d707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7e68d707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520600" cy="29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8140250" y="4703625"/>
            <a:ext cx="933300" cy="394500"/>
          </a:xfrm>
          <a:prstGeom prst="rect">
            <a:avLst/>
          </a:prstGeom>
          <a:solidFill>
            <a:srgbClr val="07070C"/>
          </a:solidFill>
          <a:ln cap="flat" cmpd="sng" w="9525">
            <a:solidFill>
              <a:srgbClr val="0707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